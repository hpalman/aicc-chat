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7" r:id="rId7"/>
    <p:sldId id="268" r:id="rId8"/>
    <p:sldId id="265" r:id="rId9"/>
    <p:sldId id="261" r:id="rId10"/>
    <p:sldId id="262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Redis KEY 구조" id="{B2F46301-2BB3-4A52-8683-06848834DE10}">
          <p14:sldIdLst>
            <p14:sldId id="267"/>
            <p14:sldId id="268"/>
            <p14:sldId id="265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079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91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6FD855F-7608-5BCA-ACB2-92968C12993F}"/>
              </a:ext>
            </a:extLst>
          </p:cNvPr>
          <p:cNvGrpSpPr/>
          <p:nvPr/>
        </p:nvGrpSpPr>
        <p:grpSpPr>
          <a:xfrm>
            <a:off x="162934" y="6399860"/>
            <a:ext cx="819385" cy="349702"/>
            <a:chOff x="7391165" y="1256360"/>
            <a:chExt cx="819385" cy="34970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1166" y="1453270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91165" y="130131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7555959" y="1256360"/>
              <a:ext cx="654591" cy="349702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5678765" y="3447444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5678765" y="4267863"/>
            <a:ext cx="2634655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/>
        </p:nvGraphicFramePr>
        <p:xfrm>
          <a:off x="4213860" y="689629"/>
          <a:ext cx="4921723" cy="292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0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313300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684747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1850863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room:{roomId}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메타데이터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room:{roomId}:members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room:{roomId}:messages</a:t>
                      </a:r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List</a:t>
                      </a:r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메지지 기록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 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로 생성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59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online:agents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상담사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{agentId}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10617</TotalTime>
  <Words>1523</Words>
  <Application>Microsoft Office PowerPoint</Application>
  <PresentationFormat>와이드스크린</PresentationFormat>
  <Paragraphs>495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80</cp:revision>
  <dcterms:created xsi:type="dcterms:W3CDTF">2026-01-15T04:46:25Z</dcterms:created>
  <dcterms:modified xsi:type="dcterms:W3CDTF">2026-01-30T09:14:18Z</dcterms:modified>
</cp:coreProperties>
</file>