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69" r:id="rId7"/>
    <p:sldId id="270" r:id="rId8"/>
    <p:sldId id="267" r:id="rId9"/>
    <p:sldId id="268" r:id="rId10"/>
    <p:sldId id="265" r:id="rId11"/>
    <p:sldId id="261" r:id="rId12"/>
    <p:sldId id="262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API" id="{E5130F8B-ECE6-44E2-8F6D-83F7DE5DA0C3}">
          <p14:sldIdLst>
            <p14:sldId id="269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Redis KEY 구조" id="{B2F46301-2BB3-4A52-8683-06848834DE10}">
          <p14:sldIdLst>
            <p14:sldId id="267"/>
            <p14:sldId id="268"/>
            <p14:sldId id="265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CC"/>
    <a:srgbClr val="FBE5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079" autoAdjust="0"/>
    <p:restoredTop sz="94660"/>
  </p:normalViewPr>
  <p:slideViewPr>
    <p:cSldViewPr snapToGrid="0">
      <p:cViewPr varScale="1">
        <p:scale>
          <a:sx n="156" d="100"/>
          <a:sy n="156" d="100"/>
        </p:scale>
        <p:origin x="180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973035"/>
              </p:ext>
            </p:extLst>
          </p:nvPr>
        </p:nvGraphicFramePr>
        <p:xfrm>
          <a:off x="45296" y="34080"/>
          <a:ext cx="9952946" cy="3573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65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64827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331685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672006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440533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Test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로그인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???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/chatbot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kern="1200" noProof="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/login?id={id}&amp;password={password}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로그인 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???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???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0490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시작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6939465" y="342900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-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회사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(default)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4778672" y="572633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4317930" y="625990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7091644"/>
              </p:ext>
            </p:extLst>
          </p:nvPr>
        </p:nvGraphicFramePr>
        <p:xfrm>
          <a:off x="4213860" y="689629"/>
          <a:ext cx="7028964" cy="431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chat:user-agents:{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chat:user-customers:{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711070" y="632145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95" b="13084"/>
          <a:stretch>
            <a:fillRect/>
          </a:stretch>
        </p:blipFill>
        <p:spPr>
          <a:xfrm>
            <a:off x="1222077" y="4647349"/>
            <a:ext cx="2443073" cy="18128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13703</TotalTime>
  <Words>2606</Words>
  <Application>Microsoft Office PowerPoint</Application>
  <PresentationFormat>와이드스크린</PresentationFormat>
  <Paragraphs>693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20" baseType="lpstr">
      <vt:lpstr>D2Coding</vt:lpstr>
      <vt:lpstr>fkGroteskNeue</vt:lpstr>
      <vt:lpstr>JetBrains Mono</vt:lpstr>
      <vt:lpstr>맑은 고딕</vt:lpstr>
      <vt:lpstr>Arial</vt:lpstr>
      <vt:lpstr>Courier New</vt:lpstr>
      <vt:lpstr>Droid Serif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128</cp:revision>
  <dcterms:created xsi:type="dcterms:W3CDTF">2026-01-15T04:46:25Z</dcterms:created>
  <dcterms:modified xsi:type="dcterms:W3CDTF">2026-02-02T10:00:25Z</dcterms:modified>
</cp:coreProperties>
</file>