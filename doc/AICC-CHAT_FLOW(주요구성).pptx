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69" r:id="rId7"/>
    <p:sldId id="270" r:id="rId8"/>
    <p:sldId id="268" r:id="rId9"/>
    <p:sldId id="265" r:id="rId10"/>
    <p:sldId id="267" r:id="rId11"/>
    <p:sldId id="261" r:id="rId12"/>
    <p:sldId id="262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API" id="{E5130F8B-ECE6-44E2-8F6D-83F7DE5DA0C3}">
          <p14:sldIdLst>
            <p14:sldId id="269"/>
          </p14:sldIdLst>
        </p14:section>
        <p14:section name="상담사 및 고객의 Pub/Sub" id="{6AA874A4-C796-4085-89D1-9FCF5BBF5BC7}">
          <p14:sldIdLst>
            <p14:sldId id="270"/>
          </p14:sldIdLst>
        </p14:section>
        <p14:section name="Redis KEY 구조" id="{B2F46301-2BB3-4A52-8683-06848834DE10}">
          <p14:sldIdLst>
            <p14:sldId id="268"/>
            <p14:sldId id="265"/>
            <p14:sldId id="267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>
        <p:scale>
          <a:sx n="125" d="100"/>
          <a:sy n="125" d="100"/>
        </p:scale>
        <p:origin x="3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350724"/>
              </p:ext>
            </p:extLst>
          </p:nvPr>
        </p:nvGraphicFramePr>
        <p:xfrm>
          <a:off x="45296" y="34080"/>
          <a:ext cx="9816213" cy="339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423089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331685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40533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93099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826042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/{companyId}/login?id={id}&amp;password={password}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strike="sngStrike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기본회사 고객의 로그인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제거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24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noProof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/login?id={id}&amp;password={password}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517657" y="4953000"/>
            <a:ext cx="31650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6939465" y="3429000"/>
            <a:ext cx="4824000" cy="330311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-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회사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(default)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고객 로그인 처리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/chatbot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고객의 챗봇 상담방을 생성하고 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목록을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D2FD12E-DEDD-01DE-918A-5989FBDB8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51811"/>
              </p:ext>
            </p:extLst>
          </p:nvPr>
        </p:nvGraphicFramePr>
        <p:xfrm>
          <a:off x="300301" y="562092"/>
          <a:ext cx="5763615" cy="125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05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12277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805550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1964065">
                  <a:extLst>
                    <a:ext uri="{9D8B030D-6E8A-4147-A177-3AD203B41FA5}">
                      <a16:colId xmlns:a16="http://schemas.microsoft.com/office/drawing/2014/main" val="3329995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Controller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@MessageMapping("/customer/chat")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566453"/>
                  </a:ext>
                </a:extLst>
              </a:tr>
              <a:tr h="103124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/topic/agent-availability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모든 고객에게 보내는 알림 내용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@MessageMapping("/agent/chat")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방 목록을 상담사에게 브로드캐스트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07BC6E-B31A-3385-9EFE-4C52CFC158CE}"/>
              </a:ext>
            </a:extLst>
          </p:cNvPr>
          <p:cNvSpPr txBox="1"/>
          <p:nvPr/>
        </p:nvSpPr>
        <p:spPr>
          <a:xfrm>
            <a:off x="1030" y="0"/>
            <a:ext cx="60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상담사 및 고객의 Pub/Sub</a:t>
            </a:r>
          </a:p>
        </p:txBody>
      </p:sp>
    </p:spTree>
    <p:extLst>
      <p:ext uri="{BB962C8B-B14F-4D97-AF65-F5344CB8AC3E}">
        <p14:creationId xmlns:p14="http://schemas.microsoft.com/office/powerpoint/2010/main" val="2786830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62C2F9-0BFE-D3FC-7749-B4D98B5C0D7C}"/>
              </a:ext>
            </a:extLst>
          </p:cNvPr>
          <p:cNvSpPr txBox="1"/>
          <p:nvPr/>
        </p:nvSpPr>
        <p:spPr>
          <a:xfrm>
            <a:off x="4778672" y="572633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HSET key name value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HDEL key field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key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B697AA-858F-7579-C90D-87302A39C6E9}"/>
              </a:ext>
            </a:extLst>
          </p:cNvPr>
          <p:cNvSpPr txBox="1"/>
          <p:nvPr/>
        </p:nvSpPr>
        <p:spPr>
          <a:xfrm>
            <a:off x="4317930" y="6259901"/>
            <a:ext cx="1632313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SADD myset “value1” “value2”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myset “value1”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key member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myset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2294286"/>
              </p:ext>
            </p:extLst>
          </p:nvPr>
        </p:nvGraphicFramePr>
        <p:xfrm>
          <a:off x="4213860" y="689629"/>
          <a:ext cx="7028964" cy="441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4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3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270438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474787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TTL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상세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 ▤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ᆢ</a:t>
                      </a:r>
                      <a:r>
                        <a:rPr lang="el-GR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Ξ…�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chat:user-agents:{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상담사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lastHeartbeat 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chat:user-customers:{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30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고객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companyId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회사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email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고객이메일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웹소켓세션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chat:room-member:{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strike="sngStrike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방에 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chat:room-info:{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KEYS chat:room-info:*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SCAN 0 MATCH user:* COUNT 100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상세정보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creatorId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방생성자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 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createAt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생성일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마지막활동시간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할당상담사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routingMode&gt;</a:t>
                      </a:r>
                      <a:b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</a:b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챗봇상담중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 </a:t>
                      </a:r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7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chat:rooms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불필요한가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 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A3892-7A39-3ADD-9616-B4360ED40E65}"/>
              </a:ext>
            </a:extLst>
          </p:cNvPr>
          <p:cNvSpPr txBox="1"/>
          <p:nvPr/>
        </p:nvSpPr>
        <p:spPr>
          <a:xfrm>
            <a:off x="6711070" y="632145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SADD chat:room:room-7e2af38b "CCC“</a:t>
            </a:r>
          </a:p>
          <a:p>
            <a:pPr lvl="0"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SMEMBERS user_ids</a:t>
            </a:r>
          </a:p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SMEMBERS </a:t>
            </a: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chat:room:room-7e2af38b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9D968DC-D190-CAFA-50F2-70458E4F8845}"/>
              </a:ext>
            </a:extLst>
          </p:cNvPr>
          <p:cNvGrpSpPr/>
          <p:nvPr/>
        </p:nvGrpSpPr>
        <p:grpSpPr>
          <a:xfrm>
            <a:off x="93537" y="6161514"/>
            <a:ext cx="828911" cy="626701"/>
            <a:chOff x="626937" y="5848163"/>
            <a:chExt cx="828911" cy="6267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227" y="6319255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63" y="6146892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801257" y="5848163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937" y="6043890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2210" y="5911236"/>
              <a:ext cx="127373" cy="103111"/>
            </a:xfrm>
            <a:prstGeom prst="rect">
              <a:avLst/>
            </a:prstGeom>
          </p:spPr>
        </p:pic>
      </p:grpSp>
      <p:pic>
        <p:nvPicPr>
          <p:cNvPr id="10" name="그림 9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5A7D9-3A5E-10CF-ADB9-59F8163C754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4595" b="13084"/>
          <a:stretch>
            <a:fillRect/>
          </a:stretch>
        </p:blipFill>
        <p:spPr>
          <a:xfrm>
            <a:off x="1222077" y="4647349"/>
            <a:ext cx="2443073" cy="18128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14291</TotalTime>
  <Words>2701</Words>
  <Application>Microsoft Office PowerPoint</Application>
  <PresentationFormat>와이드스크린</PresentationFormat>
  <Paragraphs>702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D2Coding</vt:lpstr>
      <vt:lpstr>fkGroteskNeue</vt:lpstr>
      <vt:lpstr>JetBrains Mono</vt:lpstr>
      <vt:lpstr>맑은 고딕</vt:lpstr>
      <vt:lpstr>Arial</vt:lpstr>
      <vt:lpstr>Courier New</vt:lpstr>
      <vt:lpstr>Droid Serif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133</cp:revision>
  <dcterms:created xsi:type="dcterms:W3CDTF">2026-01-15T04:46:25Z</dcterms:created>
  <dcterms:modified xsi:type="dcterms:W3CDTF">2026-02-03T10:18:48Z</dcterms:modified>
</cp:coreProperties>
</file>