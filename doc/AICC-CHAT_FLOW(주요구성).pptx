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9" r:id="rId7"/>
    <p:sldId id="267" r:id="rId8"/>
    <p:sldId id="268" r:id="rId9"/>
    <p:sldId id="265" r:id="rId10"/>
    <p:sldId id="261" r:id="rId11"/>
    <p:sldId id="262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API" id="{E5130F8B-ECE6-44E2-8F6D-83F7DE5DA0C3}">
          <p14:sldIdLst>
            <p14:sldId id="269"/>
          </p14:sldIdLst>
        </p14:section>
        <p14:section name="Redis KEY 구조" id="{B2F46301-2BB3-4A52-8683-06848834DE10}">
          <p14:sldIdLst>
            <p14:sldId id="267"/>
            <p14:sldId id="268"/>
            <p14:sldId id="265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>
        <p:scale>
          <a:sx n="125" d="100"/>
          <a:sy n="125" d="100"/>
        </p:scale>
        <p:origin x="-142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2026-01-31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2386"/>
              </p:ext>
            </p:extLst>
          </p:nvPr>
        </p:nvGraphicFramePr>
        <p:xfrm>
          <a:off x="4213860" y="689629"/>
          <a:ext cx="6285551" cy="417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7364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1324594896"/>
                    </a:ext>
                  </a:extLst>
                </a:gridCol>
                <a:gridCol w="720434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720434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857156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682250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api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Header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Body or Param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566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/api/agent/rooms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ChatRoom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목록 반환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roomName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members []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status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assignedAgent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lastActivityAt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  custId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/api/agent/me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UserInfo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반환</a:t>
                      </a:r>
                      <a:endParaRPr lang="en-US" altLang="ko-KR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{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userId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userName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role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email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token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roomId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  companyId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roid Serif" panose="02020600060500020200" pitchFamily="18" charset="0"/>
                        <a:ea typeface="+mn-ea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헤더의 토큰을 검증해 현재 상담원 정보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168482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59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5678764" y="487691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5135879" y="565944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709126"/>
              </p:ext>
            </p:extLst>
          </p:nvPr>
        </p:nvGraphicFramePr>
        <p:xfrm>
          <a:off x="4213860" y="689629"/>
          <a:ext cx="5534526" cy="395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0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313300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2975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1850863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메타데이터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}:members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room:{roomId}:messages</a:t>
                      </a:r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List</a:t>
                      </a:r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메지지 기록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bg1">
                            <a:lumMod val="75000"/>
                          </a:schemeClr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16848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 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roid Serif" panose="02020600060500020200" pitchFamily="18" charset="0"/>
                          <a:ea typeface="맑은 고딕" panose="020B0503020000020004" pitchFamily="50" charset="-127"/>
                          <a:cs typeface="Droid Serif" panose="02020600060500020200" pitchFamily="18" charset="0"/>
                        </a:rPr>
                        <a:t>room-616684d7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roid Serif" panose="02020600060500020200" pitchFamily="18" charset="0"/>
                          <a:ea typeface="맑은 고딕" panose="020B0503020000020004" pitchFamily="50" charset="-127"/>
                          <a:cs typeface="Droid Serif" panose="02020600060500020200" pitchFamily="18" charset="0"/>
                        </a:rPr>
                        <a:t>room-616684d7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roid Serif" panose="02020600060500020200" pitchFamily="18" charset="0"/>
                          <a:ea typeface="맑은 고딕" panose="020B0503020000020004" pitchFamily="50" charset="-127"/>
                          <a:cs typeface="Droid Serif" panose="02020600060500020200" pitchFamily="18" charset="0"/>
                        </a:rPr>
                        <a:t>room-616684d7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roid Serif" panose="02020600060500020200" pitchFamily="18" charset="0"/>
                          <a:ea typeface="맑은 고딕" panose="020B0503020000020004" pitchFamily="50" charset="-127"/>
                          <a:cs typeface="Droid Serif" panose="02020600060500020200" pitchFamily="18" charset="0"/>
                        </a:rPr>
                        <a:t>room-616684d7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roid Serif" panose="02020600060500020200" pitchFamily="18" charset="0"/>
                          <a:ea typeface="맑은 고딕" panose="020B0503020000020004" pitchFamily="50" charset="-127"/>
                          <a:cs typeface="Droid Serif" panose="02020600060500020200" pitchFamily="18" charset="0"/>
                        </a:rPr>
                        <a:t>room-616684d7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roid Serif" panose="02020600060500020200" pitchFamily="18" charset="0"/>
                        <a:ea typeface="맑은 고딕" panose="020B0503020000020004" pitchFamily="50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59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online:agents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상담사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{agentId}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챗봇상담중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roid Serif" panose="02020600060500020200" pitchFamily="18" charset="0"/>
                          <a:ea typeface="+mn-ea"/>
                          <a:cs typeface="Droid Serif" panose="02020600060500020200" pitchFamily="18" charset="0"/>
                        </a:rPr>
                        <a:t>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상담종료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874759" y="5659441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11927</TotalTime>
  <Words>1669</Words>
  <Application>Microsoft Office PowerPoint</Application>
  <PresentationFormat>와이드스크린</PresentationFormat>
  <Paragraphs>550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9" baseType="lpstr">
      <vt:lpstr>D2Coding</vt:lpstr>
      <vt:lpstr>Droid Serif</vt:lpstr>
      <vt:lpstr>fkGroteskNeue</vt:lpstr>
      <vt:lpstr>JetBrains Mono</vt:lpstr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84</cp:revision>
  <dcterms:created xsi:type="dcterms:W3CDTF">2026-01-15T04:46:25Z</dcterms:created>
  <dcterms:modified xsi:type="dcterms:W3CDTF">2026-01-31T19:56:45Z</dcterms:modified>
</cp:coreProperties>
</file>